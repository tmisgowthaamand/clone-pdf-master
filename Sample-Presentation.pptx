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47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Sample PowerPoint Presentation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Test File for PDF Conversion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472C4"/>
                </a:solidFill>
              </a:rPr>
              <a:t>Features &amp; Benefits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4472C4"/>
                </a:solidFill>
              </a:rPr>
              <a:t>• </a:t>
            </a:r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High Quality Conversion
</a:t>
            </a:r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4472C4"/>
                </a:solidFill>
              </a:rPr>
              <a:t>• </a:t>
            </a:r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Preserves Formatting
</a:t>
            </a:r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4472C4"/>
                </a:solidFill>
              </a:rPr>
              <a:t>• </a:t>
            </a:r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Maintains Images &amp; Layouts
</a:t>
            </a:r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4472C4"/>
                </a:solidFill>
              </a:rPr>
              <a:t>• </a:t>
            </a:r>
            <a:pPr indent="0" marL="0">
              <a:lnSpc>
                <a:spcPts val="320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Fast &amp; Reliable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472C4"/>
                </a:solidFill>
              </a:rPr>
              <a:t>Visual Elements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1828800" cy="137160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Box 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1828800"/>
            <a:ext cx="1828800" cy="137160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Box 2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1828800" cy="13716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Box 3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472C4"/>
                </a:solidFill>
              </a:rPr>
              <a:t>Sample Data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7315200" cy="22860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Item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Q2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Q3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Q4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$100K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$120K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$150K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$180K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Expenses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$60K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$70K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$80K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$90K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Profit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$40K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$50K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$70K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$90K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47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</a:rPr>
              <a:t>This presentation was created for testing PDF conversion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2025-10-31T10:24:37Z</dcterms:created>
  <dcterms:modified xsi:type="dcterms:W3CDTF">2025-10-31T10:24:37Z</dcterms:modified>
</cp:coreProperties>
</file>